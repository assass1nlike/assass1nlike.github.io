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35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05506-BE93-823D-A458-309F13F0B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02BA6E4-0695-8250-0582-A24185643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090DEA-AACD-44AE-0FD1-537962D3E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F38E3-C297-4114-A34D-E1A865C80B56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E8811D-8998-8439-3A28-05F1A079B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B9E77C-2CF3-1806-8DD9-BB26B89F3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5B4F-CC1D-42EF-AA0C-3DFF3EA29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2578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903D56-018D-9274-5CCC-E9F6CD800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056786-24D6-94DD-01D9-FF1957518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DBB5A4-5DC6-540D-8C71-F1E5FA154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F38E3-C297-4114-A34D-E1A865C80B56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39B16F-BB23-6625-80EA-4C79C1E0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4DDBBF-11CE-8648-14EB-E0674F06C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5B4F-CC1D-42EF-AA0C-3DFF3EA29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455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50F216-1A78-0621-B781-9909CC61D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D1A0D9-C225-1EFE-49A2-F667CD13D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CB3151-D4AD-A75E-24B5-BFF6B6B22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F38E3-C297-4114-A34D-E1A865C80B56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9AA7CA-3D62-FDAE-50F9-B285FB30A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CD9FD9-9263-36AB-A17B-B80D0B96E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5B4F-CC1D-42EF-AA0C-3DFF3EA29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5445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7478FD-0614-33EC-819C-74764FFCE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37C578-89A9-96E7-8728-95C56DBEAD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D0B355F-4D76-63E1-8A4F-111258A122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5C79EB-113A-6FAD-1B83-26925DBFC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F38E3-C297-4114-A34D-E1A865C80B56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F70188-0678-5EBF-CCBA-33D4D9A25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C9DCD1-2C7C-7BF5-2C43-903F363B2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5B4F-CC1D-42EF-AA0C-3DFF3EA29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365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F2030B-AD25-0E67-03CA-CB2AEE8F3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65B627-8EBF-A530-1B00-8EE5E05D9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B5CA50-449A-6982-E4CA-D43E56C9BD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7F08D74-27F8-6622-2DE2-8C6E80971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D985C2A-66CA-4D78-ECE7-A051BB8F14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5A5046A-94E6-090D-2CF3-57BEA22A2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F38E3-C297-4114-A34D-E1A865C80B56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591D409-1A5B-EDAE-2E49-C51F54A64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A7527AE-F4E2-920A-E901-8895336FF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5B4F-CC1D-42EF-AA0C-3DFF3EA29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877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E6724E-6ABD-98AC-057B-5A4E550D6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B5788C2-30CA-4628-3C2D-29A377ED3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F38E3-C297-4114-A34D-E1A865C80B56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4E9657F-29D9-AED5-7C2F-C5E9FF7EE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C66C364-CB3C-9DFA-9D5A-4AEC88C5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5B4F-CC1D-42EF-AA0C-3DFF3EA29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420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90BA7C-93FE-F3E7-D5CB-0DCA24D40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F38E3-C297-4114-A34D-E1A865C80B56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E1EF52-C84A-D188-79D0-1F72CBD0F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561986-DA7B-37ED-5D1E-55BB3FEDE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5B4F-CC1D-42EF-AA0C-3DFF3EA29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603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8C1CCB-1E85-3DFE-62C3-05037F867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DB31796-CD85-1F79-D4F2-9A5D6D8859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DB87AE8-491A-A957-5CCD-2955008AA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C1F1DB2-3D78-E2BB-5E1C-5D12D7E3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F38E3-C297-4114-A34D-E1A865C80B56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C2C616-822D-3ABF-347A-F7135ABD7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7A28D4-799F-C451-7D80-7719E859A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5B4F-CC1D-42EF-AA0C-3DFF3EA29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1924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85DF44-C8ED-724D-5232-BAD59D9BB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2147B43-23B2-AFBE-162D-AF90250B87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E8FAB40-CA06-167F-7FED-36AEC58354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8572FA-E5F2-0CA5-F20D-82FFF823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F38E3-C297-4114-A34D-E1A865C80B56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788079-1647-3ADE-584A-910734A7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EA41A6-3BE8-802A-0610-E87CD139F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5B4F-CC1D-42EF-AA0C-3DFF3EA29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1705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7F197A-8957-FF53-13A0-7D439AA04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BF7F2E-0036-A740-8BB8-0F6371712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FA6F22-29F0-8536-2D2C-8BDC0DF08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F38E3-C297-4114-A34D-E1A865C80B56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163154-03CF-9657-C565-E7C2271F2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C37CAE-0A65-AC12-62B6-BD7CC28C5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5B4F-CC1D-42EF-AA0C-3DFF3EA29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34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1A8342-A755-16D1-3D6B-1400275AC3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561FE01-48FD-E0D7-8091-A0BD8C9BBF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B03166-DE33-95DF-8408-E020CCC73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F38E3-C297-4114-A34D-E1A865C80B56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F363FB-1A88-FF89-C766-851BC5BAE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97371C-4031-F216-6917-00E91E1B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125B4F-CC1D-42EF-AA0C-3DFF3EA29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885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2337F5E-0A1E-18CE-47A5-1CF648E42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28AD37-3F1E-CAD9-EC7A-EB5DEDCA0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8E21EB-8638-A014-46F7-B2F8A4C89C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3F38E3-C297-4114-A34D-E1A865C80B56}" type="datetimeFigureOut">
              <a:rPr lang="zh-CN" altLang="en-US" smtClean="0"/>
              <a:t>2026/9/27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79D3F5-B555-179A-452B-7A7D3466A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8E8508-58C3-953E-0D29-2B3CC73A73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125B4F-CC1D-42EF-AA0C-3DFF3EA29A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819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7329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0CAEA-1D9F-A3FB-DD92-6E6B0B7EB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238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59E82-8E67-6D9A-0C43-384AEB7CA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6577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1321</TotalTime>
  <Words>0</Words>
  <Application>Microsoft Office PowerPoint</Application>
  <PresentationFormat>宽屏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assassin like</dc:creator>
  <cp:lastModifiedBy>assassin like</cp:lastModifiedBy>
  <cp:revision>4</cp:revision>
  <dcterms:created xsi:type="dcterms:W3CDTF">2026-09-26T14:38:09Z</dcterms:created>
  <dcterms:modified xsi:type="dcterms:W3CDTF">2026-09-27T12:42:52Z</dcterms:modified>
</cp:coreProperties>
</file>